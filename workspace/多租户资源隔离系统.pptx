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多租户资源隔离系统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高性能数据库资源管理方案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7EEA"/>
                </a:solidFill>
              </a:rPr>
              <a:t>核心功能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CPU资源隔离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基于cgroup实现精确的CPU配额管理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内存管理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动态内存分配与实时监控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磁盘I/O控制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智能磁盘配额与性能优化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租户认证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安全的多租户身份验证机制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3657600" cy="9144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99.9%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资源隔离准确率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2286000"/>
            <a:ext cx="3657600" cy="9144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&lt;10ms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02920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平均响应延迟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3474720"/>
            <a:ext cx="3657600" cy="914400"/>
          </a:xfrm>
          <a:prstGeom prst="roundRect">
            <a:avLst>
              <a:gd name="adj" fmla="val 15000"/>
            </a:avLst>
          </a:prstGeom>
          <a:solidFill>
            <a:srgbClr val="667E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1000+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02920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并发租户支持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系统架构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7620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</a:rPr>
              <a:t>服务层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SqlServer、DataServer、TransServer、AdminServer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7620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</a:rPr>
              <a:t>核心层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TenantManager、ResourceManager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7620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08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</a:rPr>
              <a:t>通用层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ConfigManager、Utils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18872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技术栈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182880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编程语言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202996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C++17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21945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资源隔离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39572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Linux cgroup v2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256032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存储引擎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276148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LSM-tree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292608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一致性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312724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RAFT consensus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2918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测试框架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349300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GoogleTest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多租户资源隔离系统</dc:title>
  <dc:subject>PptxGenJS Presentation</dc:subject>
  <dc:creator>Multi-Tenant Team</dc:creator>
  <cp:lastModifiedBy>Multi-Tenant Team</cp:lastModifiedBy>
  <cp:revision>1</cp:revision>
  <dcterms:created xsi:type="dcterms:W3CDTF">2026-01-14T03:31:26Z</dcterms:created>
  <dcterms:modified xsi:type="dcterms:W3CDTF">2026-01-14T03:31:26Z</dcterms:modified>
</cp:coreProperties>
</file>